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9" name="AccentRule"/>
          <p:cNvSpPr/>
          <p:nvPr userDrawn="1"/>
        </p:nvSpPr>
        <p:spPr>
          <a:xfrm>
            <a:off x="457200" y="1100000"/>
            <a:ext cx="2200000" cy="32000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9" name="AccentRule"/>
          <p:cNvSpPr/>
          <p:nvPr userDrawn="1"/>
        </p:nvSpPr>
        <p:spPr>
          <a:xfrm>
            <a:off x="457200" y="1100000"/>
            <a:ext cx="2200000" cy="32000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3300" b="1" kern="1200">
          <a:solidFill>
            <a:schemeClr val="dk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B2A4A"/>
      </a:dk2>
      <a:lt2>
        <a:srgbClr val="F1F5F9"/>
      </a:lt2>
      <a:accent1>
        <a:srgbClr val="0EA5A4"/>
      </a:accent1>
      <a:accent2>
        <a:srgbClr val="2563EB"/>
      </a:accent2>
      <a:accent3>
        <a:srgbClr val="10B981"/>
      </a:accent3>
      <a:accent4>
        <a:srgbClr val="7C3AED"/>
      </a:accent4>
      <a:accent5>
        <a:srgbClr val="06B6D4"/>
      </a:accent5>
      <a:accent6>
        <a:srgbClr val="F59E0B"/>
      </a:accent6>
      <a:hlink>
        <a:srgbClr val="0000FF"/>
      </a:hlink>
      <a:folHlink>
        <a:srgbClr val="800080"/>
      </a:folHlink>
    </a:clrScheme>
    <a:fontScheme name="Office">
      <a:majorFont>
        <a:latin typeface="Montserra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a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